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02C39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VoiceFlow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语音优先生产力小程序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会议记录 · 语音听写 · AI智能体 · 语音笔记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438912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4389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微信小程序 · iOS · Android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产品概述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重新定义移动办公效率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VoiceFlow 是一款专为移动场景设计的语音优先生产力工具，将 AI 能力与日常工作流深度融合。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无需复杂操作，一键语音即可完成会议记录、内容创作、信息整理等任务。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3017520"/>
            <a:ext cx="73152" cy="1645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零门槛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按键即说，无需加入会议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0" y="30175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3017520"/>
            <a:ext cx="73152" cy="1645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全场景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57600" y="37490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任何应用内随时呼出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30175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3017520"/>
            <a:ext cx="73152" cy="1645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智能化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0" y="37490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自动分类整理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核心功能模块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731520" cy="16459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463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会议精灵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63040" y="19202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悬浮球录制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自动转写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智能摘要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128016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280160"/>
            <a:ext cx="731520" cy="16459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7373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1463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语音听写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760720" y="19202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全局快捷键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实时转文字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多语言支持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10896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108960"/>
            <a:ext cx="731520" cy="16459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661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291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语音笔记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463040" y="37490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随手记录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标签管理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846320" y="310896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3108960"/>
            <a:ext cx="731520" cy="16459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56616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60720" y="3291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AI智能体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5760720" y="37490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语音操控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日程管理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内容创作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会议精灵 Meeting Elf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核心能力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悬浮球设计，一键开始/结束录制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实时语音转文字，支持中英双语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自动生成会议摘要和待办事项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自动识别发言人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会议内容云端同步，多端查看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支持插入图片、文档标注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0" y="1371600"/>
            <a:ext cx="1645920" cy="3108960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6766560" y="34747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172200" y="1554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C39A"/>
                </a:solidFill>
              </a:rPr>
              <a:t>正在转写...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172200" y="192024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张总：关于下季度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预算需要重新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评估...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语音听写 Voice Dictation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8229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全局快捷键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在任何应用内，通过悬浮球或快捷指令呼出听写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03120"/>
            <a:ext cx="73152" cy="8229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离线优先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本地语音识别引擎，无网也能快速转写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17520"/>
            <a:ext cx="73152" cy="8229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08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40+语言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429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支持普通话、粤语、英语、日语等主流语言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31920"/>
            <a:ext cx="73152" cy="8229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23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标点智能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4343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自动添加标点，语义理解准确率 98%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1188720"/>
            <a:ext cx="3931920" cy="3657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识别性能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0" y="1920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</a:rPr>
              <a:t>&lt; 0.5s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58000" y="2057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响应延迟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</a:rPr>
              <a:t>98%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858000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识别准确率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0" y="3931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</a:rPr>
              <a:t>40+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85800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支持语言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语音笔记 Voice Notes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驱动的智能整理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97280" y="17373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语音输入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随时随地语音记录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2057400"/>
            <a:ext cx="82296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291840" y="17373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2468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AI 转写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1760" y="2834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自动转为文字笔记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0" y="2057400"/>
            <a:ext cx="82296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486400" y="17373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2468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智能分类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2834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AI 自动打标签归类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057400"/>
            <a:ext cx="82296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680960" y="17373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2468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检索回顾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2834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语义搜索快速找到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自动分类标签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840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#工作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645920" y="3840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1645920" y="3840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#会议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834640" y="3840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2834640" y="3840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#灵感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023360" y="3840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4023360" y="3840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#待办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212080" y="3840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5212080" y="3840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#项目A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0" y="3840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3840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#客户反馈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589520" y="3840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8" name="Text 36"/>
          <p:cNvSpPr/>
          <p:nvPr/>
        </p:nvSpPr>
        <p:spPr>
          <a:xfrm>
            <a:off x="7589520" y="3840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#产品需求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智能体 AI Agent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</a:rPr>
              <a:t>用语音控制一切，让 AI 成为你的私人助理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137160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91440" cy="13716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日程助手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"帮我安排下周三下午3点开会"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4023360" cy="137160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554480"/>
            <a:ext cx="91440" cy="137160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研究助理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"帮我整理这份报告的核心观点"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4023360" cy="137160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108960"/>
            <a:ext cx="91440" cy="137160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91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内容创作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3840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"写一封感谢客户的邮件"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4023360" cy="137160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3108960"/>
            <a:ext cx="91440" cy="1371600"/>
          </a:xfrm>
          <a:prstGeom prst="rect">
            <a:avLst/>
          </a:prstGeom>
          <a:solidFill>
            <a:srgbClr val="95E1D3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291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翻译官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0" y="3840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"把这段话翻译成英文"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技术架构设计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64008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表现层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1031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微信小程序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iOS App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Android App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83280" y="128016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83280" y="1280160"/>
            <a:ext cx="2651760" cy="64008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3716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服务层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66160" y="21031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语音识别API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AI模型服务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业务逻辑服务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09360" y="128016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280160"/>
            <a:ext cx="2651760" cy="64008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3716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800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数据层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92240" y="21031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用户数据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笔记存储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模型训练数据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solidFill>
            <a:srgbClr val="21295C">
              <a:alpha val="10000"/>
            </a:srgbClr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5A82"/>
                </a:solidFill>
              </a:rPr>
              <a:t>隐私优先：本地语音识别 + 端侧AI模型，保护用户数据安全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竞争优势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功能对比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VoiceFlow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0" y="1234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竞品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83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</a:rPr>
              <a:t>无需加入会议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0" y="1737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✗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77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</a:rPr>
              <a:t>全局快捷呼出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32320" y="2331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✗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971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</a:rPr>
              <a:t>40+语言支持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926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32320" y="2926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✓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66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</a:rPr>
              <a:t>本地离线识别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32320" y="3520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✗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</a:rPr>
              <a:t>AI智能体集成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32320" y="4114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✓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开发路线图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45920"/>
            <a:ext cx="365760" cy="36576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94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MVP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第1-2月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926080"/>
            <a:ext cx="1645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30175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基础语音录制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文字转写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基础笔记存储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0" y="16459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2194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V1.0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77440" y="2560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第3-4月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0" y="2926080"/>
            <a:ext cx="1645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77440" y="30175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AI摘要生成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语音听写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多语言支持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164592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2194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V2.0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0" y="2560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第5-6月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2926080"/>
            <a:ext cx="1645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89120" y="30175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AI智能体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日程集成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第三方应用对接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16459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2194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V3.0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2560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第7-8月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2926080"/>
            <a:ext cx="1645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0" y="30175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企业版功能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团队协作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高级分析报表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商业模式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免费版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</a:rPr>
              <a:t>¥0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21031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每日100次语音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基础转写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100条笔记存储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3108960" cy="3474720"/>
          </a:xfrm>
          <a:prstGeom prst="rect">
            <a:avLst/>
          </a:prstGeom>
          <a:solidFill>
            <a:srgbClr val="065A82">
              <a:alpha val="30000"/>
            </a:srgbClr>
          </a:solidFill>
          <a:ln w="381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371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专业版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83280" y="1920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</a:rPr>
              <a:t>¥30/月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657600" y="2560320"/>
            <a:ext cx="2560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74320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无限语音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AI摘要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无限笔记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多语言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097280"/>
            <a:ext cx="2651760" cy="3474720"/>
          </a:xfrm>
          <a:prstGeom prst="rect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企业版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1920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</a:rPr>
              <a:t>¥99/月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583680" y="2560320"/>
            <a:ext cx="21031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74320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团队协作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API接入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专属客服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数据报表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VoiceFlow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</a:rPr>
              <a:t>让每一次语音，都成为高效工作的起点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0" y="320040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2004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极简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31920" y="320040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32004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智能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77840" y="320040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0" y="32004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安全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微信小程序 · 即将上线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VoiceFlow - 语音优先生产力小程序</dc:title>
  <dc:subject>PptxGenJS Presentation</dc:subject>
  <dc:creator>AI Designer</dc:creator>
  <cp:lastModifiedBy>AI Designer</cp:lastModifiedBy>
  <cp:revision>1</cp:revision>
  <dcterms:created xsi:type="dcterms:W3CDTF">2026-04-17T11:01:03Z</dcterms:created>
  <dcterms:modified xsi:type="dcterms:W3CDTF">2026-04-17T11:01:03Z</dcterms:modified>
</cp:coreProperties>
</file>